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34d7862310566b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34d7862310566b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34d7862310566bc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34d7862310566b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4d7862310566bc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4d7862310566bc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34d7862310566bc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34d7862310566bc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EXPLORING THE MOVIE DATABASE(2010-2019)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Analysis of the IMDB data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" sz="37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3700">
                <a:latin typeface="Times New Roman"/>
                <a:ea typeface="Times New Roman"/>
                <a:cs typeface="Times New Roman"/>
                <a:sym typeface="Times New Roman"/>
              </a:rPr>
              <a:t>BY MICHELLE OWINO</a:t>
            </a:r>
            <a:endParaRPr b="1"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SUMMARY OF THE INITIAL EXPLORATION OF THE DATA SET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23400" y="1446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145,081 movies from 2010 to 2019, with 73,856 (about 51%) rated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Releases grew about 48% from 2010 (11,849) to 2017 (17,504)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2019 has only 8,379 movies, so the data looks incomplete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runtime is 91 minutes the median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rating differs by runtime: 6.22 for 90 to 119 minutes up to 6.64 for 150+ minutes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latin typeface="Times New Roman"/>
                <a:ea typeface="Times New Roman"/>
                <a:cs typeface="Times New Roman"/>
                <a:sym typeface="Times New Roman"/>
              </a:rPr>
              <a:t>BUSINESS QUESTION.</a:t>
            </a:r>
            <a:endParaRPr b="1" sz="2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do the standard length movies that have a runtime of between 90 to 119 minutes have a lower rating that both the shorter movies that have a runtime of under 90 minutes and the longer movies of 120+ minutes. Is this because of the genre or by how many people rated the movie?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>
                <a:latin typeface="Times New Roman"/>
                <a:ea typeface="Times New Roman"/>
                <a:cs typeface="Times New Roman"/>
                <a:sym typeface="Times New Roman"/>
              </a:rPr>
              <a:t>CHART VISUAL.</a:t>
            </a:r>
            <a:endParaRPr b="1"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461a351d-d174-4df9-b6fa-3c3a1c4878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35600"/>
            <a:ext cx="8520599" cy="40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>
                <a:latin typeface="Times New Roman"/>
                <a:ea typeface="Times New Roman"/>
                <a:cs typeface="Times New Roman"/>
                <a:sym typeface="Times New Roman"/>
              </a:rPr>
              <a:t>Data cleaning tasks </a:t>
            </a:r>
            <a:endParaRPr b="1"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762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runtimes: 21.2% of all movies (10.3% of rated movies)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genres: 3.7% of all movies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Impossible runtimes (3 to 51,420 minutes) need checking and capping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Genres stored together in one cell (“Action,Crime,Drama”) and need splitting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2019 data is incomplete (about half the usual number)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about half of movies have ratings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62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titles missing for 20 movies; titles are in different languages and need standardising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